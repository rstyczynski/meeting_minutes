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1fe1021eaf4518" /><Relationship Type="http://schemas.openxmlformats.org/officeDocument/2006/relationships/extended-properties" Target="/docProps/app.xml" Id="Rd816169bac9346c4" /><Relationship Type="http://schemas.openxmlformats.org/officeDocument/2006/relationships/officeDocument" Target="/ppt/presentation.xml" Id="R7ee603eeefab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54e337931844fe"/>
  </p:sldMasterIdLst>
  <p:notesMasterIdLst>
    <p:notesMasterId xmlns:r="http://schemas.openxmlformats.org/officeDocument/2006/relationships" r:id="Rf0ea6b6f224a481c"/>
  </p:notesMasterIdLst>
  <p:sldIdLst>
    <p:sldId xmlns:r="http://schemas.openxmlformats.org/officeDocument/2006/relationships" id="256" r:id="Rb5b2b1b6190146f1"/>
    <p:sldId xmlns:r="http://schemas.openxmlformats.org/officeDocument/2006/relationships" id="257" r:id="R41c56c5e0c8e4443"/>
    <p:sldId xmlns:r="http://schemas.openxmlformats.org/officeDocument/2006/relationships" id="258" r:id="R4dba35c9228b4a7a"/>
    <p:sldId xmlns:r="http://schemas.openxmlformats.org/officeDocument/2006/relationships" id="259" r:id="R000f76061add41d1"/>
    <p:sldId xmlns:r="http://schemas.openxmlformats.org/officeDocument/2006/relationships" id="260" r:id="R96c0e06629bb4e00"/>
    <p:sldId xmlns:r="http://schemas.openxmlformats.org/officeDocument/2006/relationships" id="261" r:id="R296c91d9ab5c4fa6"/>
    <p:sldId xmlns:r="http://schemas.openxmlformats.org/officeDocument/2006/relationships" id="262" r:id="R6fc29705ef5b48db"/>
    <p:sldId xmlns:r="http://schemas.openxmlformats.org/officeDocument/2006/relationships" id="263" r:id="Ra0555ae2fc4e4dc1"/>
    <p:sldId xmlns:r="http://schemas.openxmlformats.org/officeDocument/2006/relationships" id="264" r:id="R7c1b22936a2043dd"/>
    <p:sldId xmlns:r="http://schemas.openxmlformats.org/officeDocument/2006/relationships" id="265" r:id="R0cf3072f4d944093"/>
    <p:sldId xmlns:r="http://schemas.openxmlformats.org/officeDocument/2006/relationships" id="266" r:id="Rb608cf06dbbc4de9"/>
    <p:sldId xmlns:r="http://schemas.openxmlformats.org/officeDocument/2006/relationships" id="267" r:id="Rb0123b575ffa4e2e"/>
    <p:sldId xmlns:r="http://schemas.openxmlformats.org/officeDocument/2006/relationships" id="268" r:id="R26019c07f7d04a35"/>
    <p:sldId xmlns:r="http://schemas.openxmlformats.org/officeDocument/2006/relationships" id="269" r:id="Rd123eb377edb48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a997a68a214844" /><Relationship Type="http://schemas.openxmlformats.org/officeDocument/2006/relationships/slideMaster" Target="/ppt/slideMasters/slideMaster1.xml" Id="R3c54e337931844fe" /><Relationship Type="http://schemas.openxmlformats.org/officeDocument/2006/relationships/notesMaster" Target="/ppt/notesMasters/notesMaster1.xml" Id="Rf0ea6b6f224a481c" /><Relationship Type="http://schemas.openxmlformats.org/officeDocument/2006/relationships/presProps" Target="/ppt/presProps.xml" Id="Rde35536327714224" /><Relationship Type="http://schemas.openxmlformats.org/officeDocument/2006/relationships/tableStyles" Target="/ppt/tableStyles.xml" Id="R8271f01033c74578" /><Relationship Type="http://schemas.openxmlformats.org/officeDocument/2006/relationships/slide" Target="/ppt/slides/slide1.xml" Id="Rb5b2b1b6190146f1" /><Relationship Type="http://schemas.openxmlformats.org/officeDocument/2006/relationships/slide" Target="/ppt/slides/slide2.xml" Id="R41c56c5e0c8e4443" /><Relationship Type="http://schemas.openxmlformats.org/officeDocument/2006/relationships/slide" Target="/ppt/slides/slide3.xml" Id="R4dba35c9228b4a7a" /><Relationship Type="http://schemas.openxmlformats.org/officeDocument/2006/relationships/slide" Target="/ppt/slides/slide4.xml" Id="R000f76061add41d1" /><Relationship Type="http://schemas.openxmlformats.org/officeDocument/2006/relationships/slide" Target="/ppt/slides/slide5.xml" Id="R96c0e06629bb4e00" /><Relationship Type="http://schemas.openxmlformats.org/officeDocument/2006/relationships/slide" Target="/ppt/slides/slide6.xml" Id="R296c91d9ab5c4fa6" /><Relationship Type="http://schemas.openxmlformats.org/officeDocument/2006/relationships/slide" Target="/ppt/slides/slide7.xml" Id="R6fc29705ef5b48db" /><Relationship Type="http://schemas.openxmlformats.org/officeDocument/2006/relationships/slide" Target="/ppt/slides/slide8.xml" Id="Ra0555ae2fc4e4dc1" /><Relationship Type="http://schemas.openxmlformats.org/officeDocument/2006/relationships/slide" Target="/ppt/slides/slide9.xml" Id="R7c1b22936a2043dd" /><Relationship Type="http://schemas.openxmlformats.org/officeDocument/2006/relationships/slide" Target="/ppt/slides/slide10.xml" Id="R0cf3072f4d944093" /><Relationship Type="http://schemas.openxmlformats.org/officeDocument/2006/relationships/slide" Target="/ppt/slides/slide11.xml" Id="Rb608cf06dbbc4de9" /><Relationship Type="http://schemas.openxmlformats.org/officeDocument/2006/relationships/slide" Target="/ppt/slides/slide12.xml" Id="Rb0123b575ffa4e2e" /><Relationship Type="http://schemas.openxmlformats.org/officeDocument/2006/relationships/slide" Target="/ppt/slides/slide13.xml" Id="R26019c07f7d04a35" /><Relationship Type="http://schemas.openxmlformats.org/officeDocument/2006/relationships/slide" Target="/ppt/slides/slide14.xml" Id="Rd123eb377edb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9da523bf5a4b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970cf4bd74ac7" /><Relationship Type="http://schemas.openxmlformats.org/officeDocument/2006/relationships/notesMaster" Target="/ppt/notesMasters/notesMaster1.xml" Id="Rc1baaa3f1541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134c5083a54bb9" /><Relationship Type="http://schemas.openxmlformats.org/officeDocument/2006/relationships/notesMaster" Target="/ppt/notesMasters/notesMaster1.xml" Id="Rfd682e087bf84a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613f6c4a85459c" /><Relationship Type="http://schemas.openxmlformats.org/officeDocument/2006/relationships/notesMaster" Target="/ppt/notesMasters/notesMaster1.xml" Id="Rdcf43d2fc16a45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a969619f0f4319" /><Relationship Type="http://schemas.openxmlformats.org/officeDocument/2006/relationships/notesMaster" Target="/ppt/notesMasters/notesMaster1.xml" Id="R75958c0326f740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acbf2edbec4eda" /><Relationship Type="http://schemas.openxmlformats.org/officeDocument/2006/relationships/notesMaster" Target="/ppt/notesMasters/notesMaster1.xml" Id="R88aa714b859f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547fb2670a4b4e" /><Relationship Type="http://schemas.openxmlformats.org/officeDocument/2006/relationships/notesMaster" Target="/ppt/notesMasters/notesMaster1.xml" Id="Rad57c0203d7c4d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e8b1e24a04c49" /><Relationship Type="http://schemas.openxmlformats.org/officeDocument/2006/relationships/notesMaster" Target="/ppt/notesMasters/notesMaster1.xml" Id="R5ded97e034a9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8c8a72ec9f4fd4" /><Relationship Type="http://schemas.openxmlformats.org/officeDocument/2006/relationships/notesMaster" Target="/ppt/notesMasters/notesMaster1.xml" Id="R391ab0638d434f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9b6cf3461e4511" /><Relationship Type="http://schemas.openxmlformats.org/officeDocument/2006/relationships/notesMaster" Target="/ppt/notesMasters/notesMaster1.xml" Id="R3def77cd784349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dfe57599224b6c" /><Relationship Type="http://schemas.openxmlformats.org/officeDocument/2006/relationships/notesMaster" Target="/ppt/notesMasters/notesMaster1.xml" Id="Re20a177b0a5c41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36483577f4a15" /><Relationship Type="http://schemas.openxmlformats.org/officeDocument/2006/relationships/notesMaster" Target="/ppt/notesMasters/notesMaster1.xml" Id="Rc1c87454488144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c66be4080448a7" /><Relationship Type="http://schemas.openxmlformats.org/officeDocument/2006/relationships/notesMaster" Target="/ppt/notesMasters/notesMaster1.xml" Id="Rec19b56b66ae43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55d7a480b64248" /><Relationship Type="http://schemas.openxmlformats.org/officeDocument/2006/relationships/notesMaster" Target="/ppt/notesMasters/notesMaster1.xml" Id="R5213b406430e4c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f083d220ed4947" /><Relationship Type="http://schemas.openxmlformats.org/officeDocument/2006/relationships/notesMaster" Target="/ppt/notesMasters/notesMaster1.xml" Id="R7b74125ef032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BACKLOG.md PBI-011/PBI-018. This is an architectural prototype and evidence handover, with open minutes defects.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2; progress/sprint_2/sprint_2_design.md; progress/sprint_2/sprint_2_product_owner_presentation.md.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progress/sprint_2/ami_es2002a_fixture.md; polish_sejm_meeting_fixture.md; doe_itiac_day2_fixture.md. Files and models were staged on the Sprint 2 Mac outside Git. Exact preflight and commands: progress/sprint_2/user_manual.md.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record 5DC83D71-D1B0-4568-A66D-70F3B9A71D46 in /private/tmp/meeting-sprint2-po-rehearsal.wFIPLx, 801 timed segments with Parakeet v3. Official comparison: progress/sprint_2/tests/polish_sejm_pdf_transcription_review_20261002.md. The ASR wording varies between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AMI record 43CE873A-603C-473F-9B23-A785A0689456, /private/tmp/meeting-sprint2-po-rehearsal.wFIPLx. Fluid saved 16 warnings. The app has an earlier manual seek check; bounded replay after a later change still needs manual verification. Benchmark: progress/sprint_2/ami_asr_benchmark.md.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fresh AMI record 43CE873A-603C-473F-9B23-A785A0689456 and Polish record 5DC83D71-D1B0-4568-A66D-70F3B9A71D46. CLI name operation is in progress/sprint_2/user_manual.md. Only the Sejm opening and return turns have published speaker context; whole-cluster identity was not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Polish record 5DC83D71-D1B0-4568-A66D-70F3B9A71D46, four pre-gate local-model review items after swift run. PDF: Sejm sitting 39. The source ranges are in the saved JSON and sprint_2_tests.md.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docs/srs.md NFR-06; progress/sprint_2/sprint_2_design.md approved recovery amendment; experiments/MinutesAdapter/Tests/MeetingMLXMinutesTests/ResponseValidationTests.swift. Real-model Sejm checks have not yet produced a dependable new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progress/sprint_2/doe_itiac_day2_fixture.md and tests/doe_itiac_day2_run_20261002.json. The DOE advisory committee source provides an official speaker-labeled transcript and long recording. The first 30 minutes were used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progress/sprint_2/user_manual.md; sprint_2_handover.md; sprint_2_bugs.md. The review app can seek to selected ranges; its latest bounded playback change still needs manual replay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progress/sprint_2/ami_asr_benchmark.md. Whole-meeting word error rate on the same AMI ES2002a headset mix; FluidAudio/Parakeet v2 19.48%, whisper.cpp/Whisper base.en 28.79%. Affected-speaker reference-linked errors use a separate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 FR-11. Five referenced FLEURS read-speech clips per language on each model. Whisper base used CPU because Metal initialization failed on this Mac. This is not a Polish meeting 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progress/sprint_2/ami_asr_benchmark.md, sprint_2_bugs.md, sprint_2_handover.md. These findings are inputs to Sprint 3 PBI-012, not a final architecture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Sprint 3; progress/sprint_2/sprint_2_handover.md; sprint_2_product_owner_presentation.md. Product Owner live review and decision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1926fb11142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e3d073486468c" /><Relationship Type="http://schemas.openxmlformats.org/officeDocument/2006/relationships/slideLayout" Target="/ppt/slideLayouts/slideLayout1.xml" Id="R32cc4655f23a4a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c4655f23a4a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8b621b6ce43f1" /><Relationship Type="http://schemas.openxmlformats.org/officeDocument/2006/relationships/notesSlide" Target="/ppt/notesSlides/notesSlide1.xml" Id="R2795b07b2b3d47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61344c8f541ee" /><Relationship Type="http://schemas.openxmlformats.org/officeDocument/2006/relationships/notesSlide" Target="/ppt/notesSlides/notesSlide2.xml" Id="Rd33bb68461b0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9c6a72f1c43b5" /><Relationship Type="http://schemas.openxmlformats.org/officeDocument/2006/relationships/notesSlide" Target="/ppt/notesSlides/notesSlide3.xml" Id="Rb2af83efb76b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9306bc4374c68" /><Relationship Type="http://schemas.openxmlformats.org/officeDocument/2006/relationships/notesSlide" Target="/ppt/notesSlides/notesSlide4.xml" Id="Rf7cab2f3b6a44b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ed07c7d9648de" /><Relationship Type="http://schemas.openxmlformats.org/officeDocument/2006/relationships/notesSlide" Target="/ppt/notesSlides/notesSlide5.xml" Id="Rbb584bcd99da4e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4ebb3dc7c4e9e" /><Relationship Type="http://schemas.openxmlformats.org/officeDocument/2006/relationships/notesSlide" Target="/ppt/notesSlides/notesSlide6.xml" Id="Rbe186e434b4d41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216071a584ed5" /><Relationship Type="http://schemas.openxmlformats.org/officeDocument/2006/relationships/notesSlide" Target="/ppt/notesSlides/notesSlide7.xml" Id="Rae8ff54c4613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206c99fd24db6" /><Relationship Type="http://schemas.openxmlformats.org/officeDocument/2006/relationships/notesSlide" Target="/ppt/notesSlides/notesSlide8.xml" Id="R3332c8890f06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42b7973c64b89" /><Relationship Type="http://schemas.openxmlformats.org/officeDocument/2006/relationships/notesSlide" Target="/ppt/notesSlides/notesSlide9.xml" Id="R69e3652494e04d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8fe2a82224f04" /><Relationship Type="http://schemas.openxmlformats.org/officeDocument/2006/relationships/notesSlide" Target="/ppt/notesSlides/notesSlide10.xml" Id="Rd870a5eec38845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abdb1ad2244f1" /><Relationship Type="http://schemas.openxmlformats.org/officeDocument/2006/relationships/chart" Target="/ppt/slides/charts/chart1.xml" Id="R760bcd8be4be4d1c" /><Relationship Type="http://schemas.openxmlformats.org/officeDocument/2006/relationships/notesSlide" Target="/ppt/notesSlides/notesSlide11.xml" Id="R9373a57a3a734f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3360f744c4971" /><Relationship Type="http://schemas.openxmlformats.org/officeDocument/2006/relationships/chart" Target="/ppt/slides/charts/chart2.xml" Id="Rc4d8218907834325" /><Relationship Type="http://schemas.openxmlformats.org/officeDocument/2006/relationships/notesSlide" Target="/ppt/notesSlides/notesSlide12.xml" Id="R034fb22dd44746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20e56ca5b42b9" /><Relationship Type="http://schemas.openxmlformats.org/officeDocument/2006/relationships/notesSlide" Target="/ppt/notesSlides/notesSlide13.xml" Id="R7c54bbc4f5ad44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2fe652fa5481d" /><Relationship Type="http://schemas.openxmlformats.org/officeDocument/2006/relationships/notesSlide" Target="/ppt/notesSlides/notesSlide14.xml" Id="R93e7bf15de544d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FluidAudio / Parakeet v2</c:v>
          </c:tx>
          <c:spPr>
            <a:solidFill xmlns:a="http://schemas.openxmlformats.org/drawingml/2006/main">
              <a:srgbClr val="1662A5"/>
            </a:solidFill>
          </c:spPr>
          <c:cat>
            <c:strRef>
              <c:f>'Chart Data'!$A$2:$A$2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19.48</c:v>
                </c:pt>
              </c:numCache>
            </c:numRef>
          </c:val>
        </c:ser>
        <c:ser>
          <c:idx val="1"/>
          <c:order val="1"/>
          <c:tx>
            <c:v>whisper.cpp / Whisper base.en</c:v>
          </c:tx>
          <c:spPr>
            <a:solidFill xmlns:a="http://schemas.openxmlformats.org/drawingml/2006/main">
              <a:srgbClr val="D36832"/>
            </a:solidFill>
          </c:spPr>
          <c:cat>
            <c:strRef>
              <c:f>'Chart Data'!$C$2:$C$2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28.79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Parakeet v3</c:v>
          </c:tx>
          <c:spPr>
            <a:solidFill xmlns:a="http://schemas.openxmlformats.org/drawingml/2006/main">
              <a:srgbClr val="1662A5"/>
            </a:solidFill>
          </c:spPr>
          <c:cat>
            <c:strRef>
              <c:f>'Chart Data'!$A$2:$A$3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11.49</c:v>
                </c:pt>
                <c:pt idx="1">
                  <c:v>3.41</c:v>
                </c:pt>
              </c:numCache>
            </c:numRef>
          </c:val>
        </c:ser>
        <c:ser>
          <c:idx val="1"/>
          <c:order val="1"/>
          <c:tx>
            <c:v>Whisper base, CPU</c:v>
          </c:tx>
          <c:spPr>
            <a:solidFill xmlns:a="http://schemas.openxmlformats.org/drawingml/2006/main">
              <a:srgbClr val="D36832"/>
            </a:solidFill>
          </c:spPr>
          <c:cat>
            <c:strRef>
              <c:f>'Chart Data'!$C$2:$C$3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18.39</c:v>
                </c:pt>
                <c:pt idx="1">
                  <c:v>27.27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809E-3542-4EE2-9260-43DE1CC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DE71-DDBE-449C-88C1-8C663A3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Meeting prototype and technical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A3805-C890-4825-840F-EDEA304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Product Owner presentation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F07-1420-4375-9231-A8C1218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246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D4089-2F7A-473F-8D99-1A3B475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Sprint 2 set out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5265-24D7-470C-B117-CC0085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Can a chair turn local meeting audio into a reviewable record?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EE6A5-49C4-40E2-BC1E-7E38BBFE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 built a runnable Swift prototype for transcription, speaker review, manual names, and draft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71FB0-62DE-4E18-AED8-B95BA93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29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 compared local model options on referenced data and recorded the failures that architecture work must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B714C-4C24-488A-AC74-94B4B29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next five slides show saved results from real English and Polish meetings.</a:t>
            </a:r>
          </a:p>
        </p:txBody>
      </p:sp>
    </p:spTree>
    <p:extLst>
      <p:ext uri="{BB962C8B-B14F-4D97-AF65-F5344CB8AC3E}">
        <p14:creationId xmlns:p14="http://schemas.microsoft.com/office/powerpoint/2010/main" val="1741194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96E3-1448-490F-8D0B-E8B0D3F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real meeting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40A0-EA96-4C04-8F13-F1CC204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English: AMI ES2002a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68F6-2725-4068-AD33-3BF33A89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multi-person design meeting. One participant wore the headset poorly, giving us a real weak-audio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4901-F9B4-46EF-A601-7626115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528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Polish: Sejm committee sitting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EE64F-B78B-48E6-BEF9-7C5BA89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Ten minutes of a public budget discussion, with an official sitting PDF for checking the transcript and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5DF8-4759-4B80-B985-33A5A52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operator starts from a fresh local store. Full audio sources and hashes are in the fixture records.</a:t>
            </a:r>
          </a:p>
        </p:txBody>
      </p:sp>
    </p:spTree>
    <p:extLst>
      <p:ext uri="{BB962C8B-B14F-4D97-AF65-F5344CB8AC3E}">
        <p14:creationId xmlns:p14="http://schemas.microsoft.com/office/powerpoint/2010/main" val="92454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A7B59-2306-4E35-BCC9-D291BCB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Polish transcription: meeting content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FDC9-29AA-464E-B230-96B9C37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transcript around 181–220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258D-171E-407E-82AC-A2B64E2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6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“Otwieram posiedzenie Komisji Gospodarki Rozwoju, stwierdzam kworum.”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F4F50-F160-4EC9-A74B-85C3B2D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record then follows the 2025 budget agenda and invites Ignacy Niemczycki to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FE02-951A-4CDA-A2D2-50815A6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PDF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5030F-C8C1-4D80-8D65-93E96E8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main turns and positive-opinion decision are recognizable. Names, acronyms and numerical units still need human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481-E995-4B73-9A37-05F8686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usable review transcript, not an authoritative verbatim record.</a:t>
            </a:r>
          </a:p>
        </p:txBody>
      </p:sp>
    </p:spTree>
    <p:extLst>
      <p:ext uri="{BB962C8B-B14F-4D97-AF65-F5344CB8AC3E}">
        <p14:creationId xmlns:p14="http://schemas.microsoft.com/office/powerpoint/2010/main" val="379945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63852-797E-4298-A870-4B5409C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Weak audio leads to a specific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B58D-8707-404B-B889-D951E1B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668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1D9FC-B933-440E-8A02-9765E16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cluster S3 · 19.32–20.36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7B8E-6DF6-4BF6-8F8E-E2EC6CC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527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“Low speech level relative to other detected speakers; review source audio”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0A3F-B00A-4B60-AA6B-76C2271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19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Nearby saved transcript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37AB-1245-443A-B253-3E46353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5825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“…how do you make this thing work? Maybe then… sorry.”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0374-1452-474E-832E-DEDCB67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Review the source audio at this range. S3 merges two reference people, so it cannot identify the affected person.</a:t>
            </a:r>
          </a:p>
        </p:txBody>
      </p:sp>
    </p:spTree>
    <p:extLst>
      <p:ext uri="{BB962C8B-B14F-4D97-AF65-F5344CB8AC3E}">
        <p14:creationId xmlns:p14="http://schemas.microsoft.com/office/powerpoint/2010/main" val="156453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8854-2736-468E-AB06-864BDD5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names remain a chair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B129B-4B44-4389-9E87-73510124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meetings received anonymous labels S1, S2 and S3.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AD4B-BAD5-4A61-98D9-42E9F15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10382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prototype saved an AMI example alias: S2 = “Ada (demonstration alias)”.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64AB-4FFB-4BF7-A8D8-7C5EEA12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43375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alias shows that a chair can edit the record. It is not a claim about the AMI participant and was not passed into the new minutes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97C80-2EAC-4480-AEA6-41907F5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Sejm clusters stay neutral until their full membership is verified.</a:t>
            </a:r>
          </a:p>
        </p:txBody>
      </p:sp>
    </p:spTree>
    <p:extLst>
      <p:ext uri="{BB962C8B-B14F-4D97-AF65-F5344CB8AC3E}">
        <p14:creationId xmlns:p14="http://schemas.microsoft.com/office/powerpoint/2010/main" val="1152190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C9914-5343-4A6B-A458-5C0D446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Why the first draft failed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1FDF-DFDA-4B93-8E16-11E39D7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SUPPORTED DECISION · around 540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74217-5A41-4848-9E00-2E1DA38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81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“komisja pozytywnie opiniuje projekt ustawy budżetowej...”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7C5A-D58D-4A56-B634-D5E968D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“Komisja ... pozytywnie opiniuje projekt ustawy budżetowej...”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4F53-1EFB-4EBC-93D9-D2D6CE8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ACTION · around 560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6D6E-2689-41E6-9F72-4F51AC2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“Panią Prezes ... poproszę o przedstawienie ... budżetu.”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016E-DBFE-441C-A1D1-FB80432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“Pani Ewa Zielińska ... zostaje poproszona o przedstawienie budżetu...”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6B68-F5DE-46C1-B9D1-A78C2F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196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QUESTION · around 380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DE692-9BBA-45C2-BDC5-4D53825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 lists reserved funds; the draft asks whether they were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13CB-1030-480A-B09F-50021EB5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This is pre-gate evidence. The last two items are unsupported; the summary has no citation.</a:t>
            </a:r>
          </a:p>
        </p:txBody>
      </p:sp>
    </p:spTree>
    <p:extLst>
      <p:ext uri="{BB962C8B-B14F-4D97-AF65-F5344CB8AC3E}">
        <p14:creationId xmlns:p14="http://schemas.microsoft.com/office/powerpoint/2010/main" val="884167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7B0B2-0ED3-48AE-A626-C32C9BA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Model output must pass a 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F8FB-4A62-4C98-963A-BC1C82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1. Check JSON shape, source IDs, quote and output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2B2-906A-40B7-8277-E7935A1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2. Return a specific repair request to the model, at most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18EF-F494-462E-A8CE-F630C734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3. Withhold unsupported decisions, actions and questions before saving.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8EC1-29C6-4B32-BEE5-23D2E71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Controlled tests pass; real Sejm drafts still fail the strict gate. The previous transcript remains intact.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186B-9050-47D0-9D00-2C26500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In the live demo, inspect the saved record and the explicit validation error. No failed draft becomes minutes.</a:t>
            </a:r>
          </a:p>
        </p:txBody>
      </p:sp>
    </p:spTree>
    <p:extLst>
      <p:ext uri="{BB962C8B-B14F-4D97-AF65-F5344CB8AC3E}">
        <p14:creationId xmlns:p14="http://schemas.microsoft.com/office/powerpoint/2010/main" val="757158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5E37-2D13-4531-AFE0-3ADD923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longer English meeting exposes another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24BB-CEB1-429A-8E2E-FB2A6A8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DOE advisory committee, first 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80FBE-2D8D-48BF-B268-A41FFF6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Transcription saved 4,216 timed segments. Speaker recognition assigned eight anonymous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3560-341D-4EB0-9453-D325AF5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861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A: zero items saved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A88D-C1EF-4EEE-B7B4-B248349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767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B: zero items saved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B6CC-8044-4D72-8167-35592ED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runs failed while reading structured model output. This transcript has no validated long-meeting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51BAF-00FC-485A-AD9B-3D5671F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real meeting failure. The official transcript is not time aligned, so no DOE whole-excerpt WER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05773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4B1F-DC5A-409B-8179-A0CA484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a chair can accomplish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1CA6D-FD65-4FC8-991E-EA81B9E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Create and inspect a timed local transcript in English or Polish.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1A72-09B3-4D98-BD5D-C5663C5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Locate a weak-audio range and inspect anonymous speaker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8C230-9AF9-4F6C-8154-9FC355B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8147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Manually correct a label or assign a name after verifying the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0993-6FBF-4FA4-87A9-A5A177B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The minutes output must be checked against source audio and cannot be published from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1672993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480B-5933-4BE3-AD68-AE1DE8F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AMI transcription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4FD5-9B48-480D-9926-3FA85A0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Whole-meeting word error rate, same headset audio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B5B9-AA6D-40CA-B76D-F1020CD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FluidAudio 19.48%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2D9A-7C3E-4E20-87F6-59632AF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28.79%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476375" y="2505075"/>
          <a:ext xmlns:a="http://schemas.openxmlformats.org/drawingml/2006/main" cx="914400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0bcd8be4be4d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E78C4-B7B7-4D6B-84DC-693E214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Lower is better. Affected-speaker reference-linked errors: 27.78% versus 58.55%.</a:t>
            </a:r>
          </a:p>
        </p:txBody>
      </p:sp>
    </p:spTree>
    <p:extLst>
      <p:ext uri="{BB962C8B-B14F-4D97-AF65-F5344CB8AC3E}">
        <p14:creationId xmlns:p14="http://schemas.microsoft.com/office/powerpoint/2010/main" val="1870943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06D5-4D3C-4724-9C4D-4F915F7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E7F8-B5EE-42AE-BB18-173FB4B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95B7-B807-41DB-AC44-53F4C12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A8E6-E3E9-40AB-8B5E-5BA939F8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476375" y="2438400"/>
          <a:ext xmlns:a="http://schemas.openxmlformats.org/drawingml/2006/main" cx="9144000" cy="2771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d821890783432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8513-3FE8-4016-AFF8-B560B3A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Read speech tests language feasibility. The Sejm PDF provides a separate qualitative meeting check.</a:t>
            </a:r>
          </a:p>
        </p:txBody>
      </p:sp>
    </p:spTree>
    <p:extLst>
      <p:ext uri="{BB962C8B-B14F-4D97-AF65-F5344CB8AC3E}">
        <p14:creationId xmlns:p14="http://schemas.microsoft.com/office/powerpoint/2010/main" val="1551660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5FEA-E7ED-412F-AEA9-0527C886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the evidence leaves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6D76-505F-4904-A177-C3F1438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Speaker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B5EC-2EFF-4867-A806-463CB5C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yielded three clusters for four people; the weak participant was merged with another.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03C1-80C4-40B2-BA90-E33EE74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6FA7-190E-4A1C-BA5E-D5A2C36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Short natural meetings produced unsupported items; the 30-minute DOE input produced none.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5359-6B2B-4B8A-B790-9B34D30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Language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4D66-9BEC-433F-96C0-16B89E3D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72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models lost the English half of an exploratory in-recording language switch.</a:t>
            </a:r>
          </a:p>
        </p:txBody>
      </p:sp>
    </p:spTree>
    <p:extLst>
      <p:ext uri="{BB962C8B-B14F-4D97-AF65-F5344CB8AC3E}">
        <p14:creationId xmlns:p14="http://schemas.microsoft.com/office/powerpoint/2010/main" val="935919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790E-1FB6-45DB-8403-56BA0B35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Product Owner handover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4018-4E59-42A2-A528-E6B95B95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PBI-011: runnable local prototype and saved meeting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676C-C727-4990-8C59-AFA03F5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05075"/>
            <a:ext cx="1038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PBI-018: model comparisons, reference checks, and recorded failures.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3743-26C1-46A5-986D-B379D1C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3 analyzes the technical choices after this evidence is reviewed.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7FB46-A6CF-45DA-9F14-95BABD2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quality blocks delivery acceptance. Inspect the live records and agree the repair path.</a:t>
            </a:r>
          </a:p>
        </p:txBody>
      </p:sp>
    </p:spTree>
    <p:extLst>
      <p:ext uri="{BB962C8B-B14F-4D97-AF65-F5344CB8AC3E}">
        <p14:creationId xmlns:p14="http://schemas.microsoft.com/office/powerpoint/2010/main" val="1179481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2026-10-02T13:58:49.3550000Z</dcterms:created>
  <dcterms:modified xsi:type="dcterms:W3CDTF">2026-10-02T13:58:49.3550000Z</dcterms:modified>
</coreProperties>
</file>