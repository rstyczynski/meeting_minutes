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3980db01334de0" /><Relationship Type="http://schemas.openxmlformats.org/officeDocument/2006/relationships/extended-properties" Target="/docProps/app.xml" Id="R689c2ca4eaed4574" /><Relationship Type="http://schemas.openxmlformats.org/officeDocument/2006/relationships/officeDocument" Target="/ppt/presentation.xml" Id="Rc83eb0fc251646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c07257f0e4707"/>
  </p:sldMasterIdLst>
  <p:notesMasterIdLst>
    <p:notesMasterId xmlns:r="http://schemas.openxmlformats.org/officeDocument/2006/relationships" r:id="R9c69bcd9d6b34c2c"/>
  </p:notesMasterIdLst>
  <p:sldIdLst>
    <p:sldId xmlns:r="http://schemas.openxmlformats.org/officeDocument/2006/relationships" id="256" r:id="R32e07a45adca46b1"/>
    <p:sldId xmlns:r="http://schemas.openxmlformats.org/officeDocument/2006/relationships" id="257" r:id="Raad796ca0dd54710"/>
    <p:sldId xmlns:r="http://schemas.openxmlformats.org/officeDocument/2006/relationships" id="258" r:id="Rc1cedfc5fcf64003"/>
    <p:sldId xmlns:r="http://schemas.openxmlformats.org/officeDocument/2006/relationships" id="259" r:id="R03fcd80b9f43446b"/>
    <p:sldId xmlns:r="http://schemas.openxmlformats.org/officeDocument/2006/relationships" id="260" r:id="R5e54588166cf473b"/>
    <p:sldId xmlns:r="http://schemas.openxmlformats.org/officeDocument/2006/relationships" id="261" r:id="Rdd7557b9f894425e"/>
    <p:sldId xmlns:r="http://schemas.openxmlformats.org/officeDocument/2006/relationships" id="262" r:id="R488f1a77715e4108"/>
    <p:sldId xmlns:r="http://schemas.openxmlformats.org/officeDocument/2006/relationships" id="263" r:id="Re260f50bca194865"/>
    <p:sldId xmlns:r="http://schemas.openxmlformats.org/officeDocument/2006/relationships" id="264" r:id="R3853a1001c274173"/>
    <p:sldId xmlns:r="http://schemas.openxmlformats.org/officeDocument/2006/relationships" id="265" r:id="R8054c4b9a89d41fe"/>
    <p:sldId xmlns:r="http://schemas.openxmlformats.org/officeDocument/2006/relationships" id="266" r:id="R2b0bb66d2a9f46c8"/>
    <p:sldId xmlns:r="http://schemas.openxmlformats.org/officeDocument/2006/relationships" id="267" r:id="Rd0d92654a46b4978"/>
    <p:sldId xmlns:r="http://schemas.openxmlformats.org/officeDocument/2006/relationships" id="268" r:id="R0a4d6c42aee247e4"/>
    <p:sldId xmlns:r="http://schemas.openxmlformats.org/officeDocument/2006/relationships" id="269" r:id="R8e65a0cdfb174e1c"/>
    <p:sldId xmlns:r="http://schemas.openxmlformats.org/officeDocument/2006/relationships" id="270" r:id="R6f584d7db7484b96"/>
    <p:sldId xmlns:r="http://schemas.openxmlformats.org/officeDocument/2006/relationships" id="271" r:id="R438b9e47bbcd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ccc11d097145ec" /><Relationship Type="http://schemas.openxmlformats.org/officeDocument/2006/relationships/slideMaster" Target="/ppt/slideMasters/slideMaster1.xml" Id="R37ac07257f0e4707" /><Relationship Type="http://schemas.openxmlformats.org/officeDocument/2006/relationships/notesMaster" Target="/ppt/notesMasters/notesMaster1.xml" Id="R9c69bcd9d6b34c2c" /><Relationship Type="http://schemas.openxmlformats.org/officeDocument/2006/relationships/presProps" Target="/ppt/presProps.xml" Id="R07c026017f414d19" /><Relationship Type="http://schemas.openxmlformats.org/officeDocument/2006/relationships/tableStyles" Target="/ppt/tableStyles.xml" Id="Rd0faf0a613e2456f" /><Relationship Type="http://schemas.openxmlformats.org/officeDocument/2006/relationships/slide" Target="/ppt/slides/slide1.xml" Id="R32e07a45adca46b1" /><Relationship Type="http://schemas.openxmlformats.org/officeDocument/2006/relationships/slide" Target="/ppt/slides/slide2.xml" Id="Raad796ca0dd54710" /><Relationship Type="http://schemas.openxmlformats.org/officeDocument/2006/relationships/slide" Target="/ppt/slides/slide3.xml" Id="Rc1cedfc5fcf64003" /><Relationship Type="http://schemas.openxmlformats.org/officeDocument/2006/relationships/slide" Target="/ppt/slides/slide4.xml" Id="R03fcd80b9f43446b" /><Relationship Type="http://schemas.openxmlformats.org/officeDocument/2006/relationships/slide" Target="/ppt/slides/slide5.xml" Id="R5e54588166cf473b" /><Relationship Type="http://schemas.openxmlformats.org/officeDocument/2006/relationships/slide" Target="/ppt/slides/slide6.xml" Id="Rdd7557b9f894425e" /><Relationship Type="http://schemas.openxmlformats.org/officeDocument/2006/relationships/slide" Target="/ppt/slides/slide7.xml" Id="R488f1a77715e4108" /><Relationship Type="http://schemas.openxmlformats.org/officeDocument/2006/relationships/slide" Target="/ppt/slides/slide8.xml" Id="Re260f50bca194865" /><Relationship Type="http://schemas.openxmlformats.org/officeDocument/2006/relationships/slide" Target="/ppt/slides/slide9.xml" Id="R3853a1001c274173" /><Relationship Type="http://schemas.openxmlformats.org/officeDocument/2006/relationships/slide" Target="/ppt/slides/slide10.xml" Id="R8054c4b9a89d41fe" /><Relationship Type="http://schemas.openxmlformats.org/officeDocument/2006/relationships/slide" Target="/ppt/slides/slide11.xml" Id="R2b0bb66d2a9f46c8" /><Relationship Type="http://schemas.openxmlformats.org/officeDocument/2006/relationships/slide" Target="/ppt/slides/slide12.xml" Id="Rd0d92654a46b4978" /><Relationship Type="http://schemas.openxmlformats.org/officeDocument/2006/relationships/slide" Target="/ppt/slides/slide13.xml" Id="R0a4d6c42aee247e4" /><Relationship Type="http://schemas.openxmlformats.org/officeDocument/2006/relationships/slide" Target="/ppt/slides/slide14.xml" Id="R8e65a0cdfb174e1c" /><Relationship Type="http://schemas.openxmlformats.org/officeDocument/2006/relationships/slide" Target="/ppt/slides/slide15.xml" Id="R6f584d7db7484b96" /><Relationship Type="http://schemas.openxmlformats.org/officeDocument/2006/relationships/slide" Target="/ppt/slides/slide16.xml" Id="R438b9e47bbcd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24f80b9048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ef89889f5e4cae" /><Relationship Type="http://schemas.openxmlformats.org/officeDocument/2006/relationships/notesMaster" Target="/ppt/notesMasters/notesMaster1.xml" Id="R7ea9a5a6bc2a42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8249f02b5145a3" /><Relationship Type="http://schemas.openxmlformats.org/officeDocument/2006/relationships/notesMaster" Target="/ppt/notesMasters/notesMaster1.xml" Id="R6391cfa7eccc41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28cd30881f4ae3" /><Relationship Type="http://schemas.openxmlformats.org/officeDocument/2006/relationships/notesMaster" Target="/ppt/notesMasters/notesMaster1.xml" Id="Rf68b8bf0dbbe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8d8f150207485a" /><Relationship Type="http://schemas.openxmlformats.org/officeDocument/2006/relationships/notesMaster" Target="/ppt/notesMasters/notesMaster1.xml" Id="R2413587fd7834b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828f5892c94ca8" /><Relationship Type="http://schemas.openxmlformats.org/officeDocument/2006/relationships/notesMaster" Target="/ppt/notesMasters/notesMaster1.xml" Id="R8a773e654ba148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97d0a983014264" /><Relationship Type="http://schemas.openxmlformats.org/officeDocument/2006/relationships/notesMaster" Target="/ppt/notesMasters/notesMaster1.xml" Id="R8bca30c921dd47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df3fc493fa4e22" /><Relationship Type="http://schemas.openxmlformats.org/officeDocument/2006/relationships/notesMaster" Target="/ppt/notesMasters/notesMaster1.xml" Id="R37b80dbe7fd549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239bdd7a5548f2" /><Relationship Type="http://schemas.openxmlformats.org/officeDocument/2006/relationships/notesMaster" Target="/ppt/notesMasters/notesMaster1.xml" Id="R1f2e19b8e97348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8578800c474b11" /><Relationship Type="http://schemas.openxmlformats.org/officeDocument/2006/relationships/notesMaster" Target="/ppt/notesMasters/notesMaster1.xml" Id="Rf3773c6d248e47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1fadaab26d427f" /><Relationship Type="http://schemas.openxmlformats.org/officeDocument/2006/relationships/notesMaster" Target="/ppt/notesMasters/notesMaster1.xml" Id="Rbec2a2dbb10a4e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b458f74e0241e6" /><Relationship Type="http://schemas.openxmlformats.org/officeDocument/2006/relationships/notesMaster" Target="/ppt/notesMasters/notesMaster1.xml" Id="R0ba39520d07a45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bb5357b03044ad" /><Relationship Type="http://schemas.openxmlformats.org/officeDocument/2006/relationships/notesMaster" Target="/ppt/notesMasters/notesMaster1.xml" Id="R213ad50b5f7044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02c89eec944394" /><Relationship Type="http://schemas.openxmlformats.org/officeDocument/2006/relationships/notesMaster" Target="/ppt/notesMasters/notesMaster1.xml" Id="R99f34f49cb124b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d1ba5add0b455a" /><Relationship Type="http://schemas.openxmlformats.org/officeDocument/2006/relationships/notesMaster" Target="/ppt/notesMasters/notesMaster1.xml" Id="R14a87b20b4e147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f6546da3d943db" /><Relationship Type="http://schemas.openxmlformats.org/officeDocument/2006/relationships/notesMaster" Target="/ppt/notesMasters/notesMaster1.xml" Id="R7fa539b144624d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2e99c1596d48ef" /><Relationship Type="http://schemas.openxmlformats.org/officeDocument/2006/relationships/notesMaster" Target="/ppt/notesMasters/notesMaster1.xml" Id="Ree4f877cc72648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BACKLOG.md PBI-011/PBI-018. This is an architectural prototype and evidence handover, with open minutes defects.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2; progress/sprint_2/sprint_2_design.md; progress/sprint_2/sprint_2_product_owner_presentation.md.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 and docs/architecture_overview.drawio. This is the Sprint 2 executable prototype; generated minutes remain review drafts.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prompt templates: progress/sprint_2/sprint_2_implementation.md, Model prompt ledger and response gate. ASR and diarization receive configuration and language hints, not free-text prompts. Staged model responses and repairs: progress/sprint_2/tests/multistage_20261004/.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progress/sprint_2/ami_es2002a_fixture.md; polish_sejm_meeting_fixture.md; doe_itiac_day2_fixture.md. Files and models were staged on the Sprint 2 Mac outside Git. Exact preflight and commands: progress/sprint_2/user_manual.md.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record 5DC83D71-D1B0-4568-A66D-70F3B9A71D46 in /private/tmp/meeting-sprint2-po-rehearsal.wFIPLx, 801 timed segments with Parakeet v3. Official comparison: progress/sprint_2/tests/polish_sejm_pdf_transcription_review_20261002.md. The ASR wording varies between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AMI record 43CE873A-603C-473F-9B23-A785A0689456, /private/tmp/meeting-sprint2-po-rehearsal.wFIPLx. Fluid saved 16 warnings. The app has an earlier manual seek check; bounded replay after a later change still needs manual verification. Benchmark: progress/sprint_2/ami_asr_benchmark.md.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fresh AMI record 43CE873A-603C-473F-9B23-A785A0689456 and Polish record 5DC83D71-D1B0-4568-A66D-70F3B9A71D46. CLI name operation is in progress/sprint_2/user_manual.md. Only the Sejm opening and return turns have published speaker context; whole-cluster identity was not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Polish record 5DC83D71-D1B0-4568-A66D-70F3B9A71D46, four pre-gate local-model review items after swift run. PDF: Sejm sitting 39. The source ranges are in the saved JSON and sprint_2_tests.md.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docs/srs.md NFR-06; progress/sprint_2/sprint_2_design.md approved recovery amendment; experiments/MinutesAdapter/Tests/MeetingMLXMinutesTests/ResponseValidationTests.swift. Real-model Sejm checks have not yet produced a dependable new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progress/sprint_2/doe_itiac_day2_fixture.md and tests/doe_itiac_day2_run_20261002.json. The DOE advisory committee source provides an official speaker-labeled transcript and long recording. The first 30 minutes were used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progress/sprint_2/user_manual.md; sprint_2_handover.md; sprint_2_bugs.md. The review app can seek to selected ranges; its latest bounded playback change still needs manual replay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progress/sprint_2/ami_asr_benchmark.md. Whole-meeting word error rate on the same AMI ES2002a headset mix; FluidAudio/Parakeet v2 19.48%, whisper.cpp/Whisper base.en 28.79%. Affected-speaker reference-linked errors use a separate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 FR-11. Five referenced FLEURS read-speech clips per language on each model. Whisper base used CPU because Metal initialization failed on this Mac. This is not a Polish meeting 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progress/sprint_2/ami_asr_benchmark.md, sprint_2_bugs.md, sprint_2_handover.md. These findings are inputs to Sprint 3 PBI-012, not a final architecture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Sprint 3; progress/sprint_2/sprint_2_handover.md; sprint_2_product_owner_presentation.md. Product Owner live review and decision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80314a22944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d4a084299a415d" /><Relationship Type="http://schemas.openxmlformats.org/officeDocument/2006/relationships/slideLayout" Target="/ppt/slideLayouts/slideLayout1.xml" Id="Rd3c150ebcb2841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150ebcb2841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7cd72530346fa" /><Relationship Type="http://schemas.openxmlformats.org/officeDocument/2006/relationships/notesSlide" Target="/ppt/notesSlides/notesSlide1.xml" Id="Ra7798402d225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ebc71dd7145e1" /><Relationship Type="http://schemas.openxmlformats.org/officeDocument/2006/relationships/notesSlide" Target="/ppt/notesSlides/notesSlide2.xml" Id="Rcfda1c790b2641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400e20b434c96" /><Relationship Type="http://schemas.openxmlformats.org/officeDocument/2006/relationships/notesSlide" Target="/ppt/notesSlides/notesSlide3.xml" Id="R9e4ec09fb757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dc44b86864dd7" /><Relationship Type="http://schemas.openxmlformats.org/officeDocument/2006/relationships/notesSlide" Target="/ppt/notesSlides/notesSlide4.xml" Id="Rc16625731c0344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cb5b51e774011" /><Relationship Type="http://schemas.openxmlformats.org/officeDocument/2006/relationships/notesSlide" Target="/ppt/notesSlides/notesSlide5.xml" Id="Rcc03d2dc01d643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c1dc1039a4766" /><Relationship Type="http://schemas.openxmlformats.org/officeDocument/2006/relationships/notesSlide" Target="/ppt/notesSlides/notesSlide6.xml" Id="R565e82b7f15d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f13c1a86647f3" /><Relationship Type="http://schemas.openxmlformats.org/officeDocument/2006/relationships/notesSlide" Target="/ppt/notesSlides/notesSlide7.xml" Id="R1070b09c03fd46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bbf342fc94f9d" /><Relationship Type="http://schemas.openxmlformats.org/officeDocument/2006/relationships/notesSlide" Target="/ppt/notesSlides/notesSlide8.xml" Id="R5cc7048b7f214b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583b60e8a4842" /><Relationship Type="http://schemas.openxmlformats.org/officeDocument/2006/relationships/notesSlide" Target="/ppt/notesSlides/notesSlide9.xml" Id="R5b64b90c980a43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bd32f99284ae4" /><Relationship Type="http://schemas.openxmlformats.org/officeDocument/2006/relationships/notesSlide" Target="/ppt/notesSlides/notesSlide10.xml" Id="R75a726287c724c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db33b1e124291" /><Relationship Type="http://schemas.openxmlformats.org/officeDocument/2006/relationships/notesSlide" Target="/ppt/notesSlides/notesSlide11.xml" Id="Ra5878dafeb3e40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1622c47ae4183" /><Relationship Type="http://schemas.openxmlformats.org/officeDocument/2006/relationships/notesSlide" Target="/ppt/notesSlides/notesSlide12.xml" Id="R6dd41c25a48b48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88df1a81d4df6" /><Relationship Type="http://schemas.openxmlformats.org/officeDocument/2006/relationships/chart" Target="/ppt/slides/charts/chart1.xml" Id="Rb998173992da4856" /><Relationship Type="http://schemas.openxmlformats.org/officeDocument/2006/relationships/notesSlide" Target="/ppt/notesSlides/notesSlide13.xml" Id="Rff968d41c05f4d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37b40a5bc4395" /><Relationship Type="http://schemas.openxmlformats.org/officeDocument/2006/relationships/chart" Target="/ppt/slides/charts/chart2.xml" Id="R9ce1c2fd1e864c5f" /><Relationship Type="http://schemas.openxmlformats.org/officeDocument/2006/relationships/notesSlide" Target="/ppt/notesSlides/notesSlide14.xml" Id="R275fb48e2f9943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758fff5324e31" /><Relationship Type="http://schemas.openxmlformats.org/officeDocument/2006/relationships/notesSlide" Target="/ppt/notesSlides/notesSlide15.xml" Id="Rd0cb7a6971b348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2faeb714c4df3" /><Relationship Type="http://schemas.openxmlformats.org/officeDocument/2006/relationships/notesSlide" Target="/ppt/notesSlides/notesSlide16.xml" Id="Re6039f27a3534b4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FluidAudio / Parakeet v2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19.48</c:v>
                </c:pt>
              </c:numCache>
            </c:numRef>
          </c:val>
        </c:ser>
        <c:ser>
          <c:idx val="1"/>
          <c:order val="1"/>
          <c:tx>
            <c:v>whisper.cpp / Whisper base.en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28.79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Parakeet v3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11.49</c:v>
                </c:pt>
                <c:pt idx="1">
                  <c:v>3.41</c:v>
                </c:pt>
              </c:numCache>
            </c:numRef>
          </c:val>
        </c:ser>
        <c:ser>
          <c:idx val="1"/>
          <c:order val="1"/>
          <c:tx>
            <c:v>Whisper base, CPU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18.39</c:v>
                </c:pt>
                <c:pt idx="1">
                  <c:v>27.27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809E-3542-4EE2-9260-43DE1CCE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DE71-DDBE-449C-88C1-8C663A3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Meeting prototype and technical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A3805-C890-4825-840F-EDEA304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Product Owner presentation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4F07-1420-4375-9231-A8C1218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3246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D4089-2F7A-473F-8D99-1A3B475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Sprint 2 set out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5265-24D7-470C-B117-CC0085E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Can a chair turn local meeting audio into a reviewable record?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EE6A5-49C4-40E2-BC1E-7E38BBFE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146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 built a runnable Swift prototype for transcription, speaker review, manual names, and draft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71FB0-62DE-4E18-AED8-B95BA93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290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 compared local model options on referenced data and recorded the failures that architecture work must address.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B714C-4C24-488A-AC74-94B4B29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architecture and model interfaces come next, followed by the real-meeting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7411940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4ECF1-77B0-4356-945A-77DCA76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Architecture: one local meeting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81938-9398-4D43-83D0-1BF24C6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coordinates three independent operations; the CLI and review player share MeetingCore.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9865-2F0F-4E57-96BB-D559E6B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571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CD384-7B44-42C9-BC6F-94890C9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BC09-E63F-4F1C-9774-AE5C920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28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Local meeting audio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WAV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104D4-C5A4-482C-ADF8-0039EC34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7256D-0C6C-4213-B024-6039F0F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03FBF-F23B-4EC8-A4B4-3E7B068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38CDA-1F3D-4497-98DB-FB7E2E1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288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/ Parakeet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 whisper.cpp / Whisper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F2BA8-EA6D-460E-A5B1-1ECF4C2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41B88-5707-43FF-B931-1FFAA886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2333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5A400-5A34-4829-A138-D5BD0AC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76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93186-2640-4BFB-A678-A22BC018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28875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use cases, timing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and source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99A05-E541-47D1-9CF5-F316CD1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2A3DA-2153-4407-93AA-50AA276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8765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F4D54-D655-4F99-BCA5-8B37299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76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5C64E-65D9-4042-9141-C4FDFD2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259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Atomic local JSON: original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transcript + derived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94306-2F6D-4258-98AE-6A9DAFB2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Optional operations on that same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12C26-3274-4B00-B940-9E111FBF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AD1F0-40C5-438F-A67E-FAB6C84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Recognize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F62D3-88A9-4BC2-AD8D-F74971AB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diarizer: anonymous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speakers and weak-audio ranges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57528-FB9B-45FE-8900-43A85D6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7ED09-58D3-4D3F-B30A-ABFBA80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Operator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13EAD-24B6-4342-AD9E-E923CA0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SwiftUI + AVFoundation audio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CLI correction and names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F38D0-29FC-4F04-B7D1-EAF30A9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E7895-966B-4FE5-92FA-D112A557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Summarize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F38C2-705C-41EB-BDCC-0431892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Qwen3 via MLX Swift / Metal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staged prompts and source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89E88-39F3-4796-88EB-B79BF77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All inference stays on the Mac. The operator reviews uncertain audio and model claims.</a:t>
            </a:r>
          </a:p>
        </p:txBody>
      </p:sp>
    </p:spTree>
    <p:extLst>
      <p:ext uri="{BB962C8B-B14F-4D97-AF65-F5344CB8AC3E}">
        <p14:creationId xmlns:p14="http://schemas.microsoft.com/office/powerpoint/2010/main" val="2464237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E76B2-1D0E-4F23-86C6-0870D65C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What the models receive and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66AB-86ED-4449-A539-9085D61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ASR and diarization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FE3B0-8957-4607-9B1D-0E02ED8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Input: audio + language setting (en, pl, auto)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Parakeet or Whisper returns timed text.</a:t>
            </a:r>
          </a:p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FluidAudio diarization returns anonymous 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Swift validates times and writes JSON.</a:t>
            </a:r>
          </a:p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No free-text prompt is sent to ASR.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06CAD-F775-497F-8B53-785FE75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Staged minutes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81ED9-94EE-4288-B13D-80AB5572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143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Exact prompt openings: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“Identify distinct substantive meeting topics...”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“Assign EVERY utterance...”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“Summarize the topic...”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“Extract only explicit decisions...”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DCAE5-2BF3-45B0-B60A-DE396E2E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Model JSON → Swift checks schema, IDs and exact quotes → up to two repair prompts.</a:t>
            </a:r>
          </a:p>
          <a:p xmlns:a="http://schemas.openxmlformats.org/drawingml/2006/main">
            <a:pPr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 person still checks whether each claim follows from the recording.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3523A-2429-47C7-882D-F9B2597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34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Full prompt text and failure traces: Sprint 2 implementation record, “Model prompt ledger and response gate”.</a:t>
            </a:r>
          </a:p>
        </p:txBody>
      </p:sp>
    </p:spTree>
    <p:extLst>
      <p:ext uri="{BB962C8B-B14F-4D97-AF65-F5344CB8AC3E}">
        <p14:creationId xmlns:p14="http://schemas.microsoft.com/office/powerpoint/2010/main" val="96491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96E3-1448-490F-8D0B-E8B0D3F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real meeting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40A0-EA96-4C04-8F13-F1CC204B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English: AMI ES2002a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68F6-2725-4068-AD33-3BF33A89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multi-person design meeting. One participant wore the headset poorly, giving us a real weak-audio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4901-F9B4-46EF-A601-7626115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528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Polish: Sejm committee sitting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EE64F-B78B-48E6-BEF9-7C5BA89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14800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Ten minutes of a public budget discussion, with an official sitting PDF for checking the transcript and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5DF8-4759-4B80-B985-33A5A52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operator starts from a fresh local store. Full audio sources and hashes are in the fixture records.</a:t>
            </a:r>
          </a:p>
        </p:txBody>
      </p:sp>
    </p:spTree>
    <p:extLst>
      <p:ext uri="{BB962C8B-B14F-4D97-AF65-F5344CB8AC3E}">
        <p14:creationId xmlns:p14="http://schemas.microsoft.com/office/powerpoint/2010/main" val="92454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A7B59-2306-4E35-BCC9-D291BCB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Polish transcription: meeting content is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FDC9-29AA-464E-B230-96B9C37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transcript around 181–220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258D-171E-407E-82AC-A2B64E2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6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“Otwieram posiedzenie Komisji Gospodarki Rozwoju, stwierdzam kworum.”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F4F50-F160-4EC9-A74B-85C3B2D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record then follows the 2025 budget agenda and invites Ignacy Niemczycki to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DFE02-951A-4CDA-A2D2-50815A6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PDF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5030F-C8C1-4D80-8D65-93E96E89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main turns and positive-opinion decision are recognizable. Names, acronyms and numerical units still need human correction.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3481-E995-4B73-9A37-05F8686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usable review transcript, not an authoritative verbatim record.</a:t>
            </a:r>
          </a:p>
        </p:txBody>
      </p:sp>
    </p:spTree>
    <p:extLst>
      <p:ext uri="{BB962C8B-B14F-4D97-AF65-F5344CB8AC3E}">
        <p14:creationId xmlns:p14="http://schemas.microsoft.com/office/powerpoint/2010/main" val="379945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63852-797E-4298-A870-4B5409C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Weak audio leads to a specific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B58D-8707-404B-B889-D951E1B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668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1D9FC-B933-440E-8A02-9765E16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cluster S3 · 19.32–20.36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7B8E-6DF6-4BF6-8F8E-E2EC6CC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52725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“Low speech level relative to other detected speakers; review source audio”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0A3F-B00A-4B60-AA6B-76C2271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19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Nearby saved transcript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237AB-1245-443A-B253-3E463535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5825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“…how do you make this thing work? Maybe then… sorry.”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0374-1452-474E-832E-DEDCB67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Review the source audio at this range. S3 merges two reference people, so it cannot identify the affected person.</a:t>
            </a:r>
          </a:p>
        </p:txBody>
      </p:sp>
    </p:spTree>
    <p:extLst>
      <p:ext uri="{BB962C8B-B14F-4D97-AF65-F5344CB8AC3E}">
        <p14:creationId xmlns:p14="http://schemas.microsoft.com/office/powerpoint/2010/main" val="156453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8854-2736-468E-AB06-864BDD5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names remain a chair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B129B-4B44-4389-9E87-73510124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meetings received anonymous labels S1, S2 and S3.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8AD4B-BAD5-4A61-98D9-42E9F15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10382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prototype saved an AMI example alias: S2 = “Ada (demonstration alias)”.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64AB-4FFB-4BF7-A8D8-7C5EEA12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43375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alias shows that a chair can edit the record. It is not a claim about the AMI participant and was not passed into the new minutes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97C80-2EAC-4480-AEA6-41907F5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Sejm clusters stay neutral until their full membership is verified.</a:t>
            </a:r>
          </a:p>
        </p:txBody>
      </p:sp>
    </p:spTree>
    <p:extLst>
      <p:ext uri="{BB962C8B-B14F-4D97-AF65-F5344CB8AC3E}">
        <p14:creationId xmlns:p14="http://schemas.microsoft.com/office/powerpoint/2010/main" val="115219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C9914-5343-4A6B-A458-5C0D446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Why the first draft failed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11FDF-DFDA-4B93-8E16-11E39D7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11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SUPPORTED DECISION · around 540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74217-5A41-4848-9E00-2E1DA38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81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“komisja pozytywnie opiniuje projekt ustawy budżetowej...”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7C5A-D58D-4A56-B634-D5E968D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“Komisja ... pozytywnie opiniuje projekt ustawy budżetowej...”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4F53-1EFB-4EBC-93D9-D2D6CE8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ACTION · around 560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6D6E-2689-41E6-9F72-4F51AC22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“Panią Prezes ... poproszę o przedstawienie ... budżetu.”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016E-DBFE-441C-A1D1-FB80432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“Pani Ewa Zielińska ... zostaje poproszona o przedstawienie budżetu...”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E6B68-F5DE-46C1-B9D1-A78C2F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196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QUESTION · around 380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DE692-9BBA-45C2-BDC5-4D53825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 lists reserved funds; the draft asks whether they were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13CB-1030-480A-B09F-50021EB5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This is pre-gate evidence. The last two items are unsupported; the summary has no citation.</a:t>
            </a:r>
          </a:p>
        </p:txBody>
      </p:sp>
    </p:spTree>
    <p:extLst>
      <p:ext uri="{BB962C8B-B14F-4D97-AF65-F5344CB8AC3E}">
        <p14:creationId xmlns:p14="http://schemas.microsoft.com/office/powerpoint/2010/main" val="8841679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7B0B2-0ED3-48AE-A626-C32C9BA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Model output must pass a 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8F8FB-4A62-4C98-963A-BC1C82F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2875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1. Check JSON shape, source IDs, quote and output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3F2B2-906A-40B7-8277-E7935A1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2. Return a specific repair request to the model, at most twice.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718EF-F494-462E-A8CE-F630C734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3. Withhold unsupported decisions, actions and questions before saving.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8EC1-29C6-4B32-BEE5-23D2E71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Technical gates pass in the staged trial; source review still finds unsupported claims. The raw transcript remains intact.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186B-9050-47D0-9D00-2C26500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In the live demo, inspect the cited words and a failed response. A valid JSON shape does not prove factual accuracy.</a:t>
            </a:r>
          </a:p>
        </p:txBody>
      </p:sp>
    </p:spTree>
    <p:extLst>
      <p:ext uri="{BB962C8B-B14F-4D97-AF65-F5344CB8AC3E}">
        <p14:creationId xmlns:p14="http://schemas.microsoft.com/office/powerpoint/2010/main" val="7571582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F5E37-2D13-4531-AFE0-3ADD923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longer English meeting exposes another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24BB-CEB1-429A-8E2E-FB2A6A8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DOE advisory committee, first 30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80FBE-2D8D-48BF-B268-A41FFF6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Transcription saved 4,216 timed segments. Speaker recognition assigned eight anonymous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73560-341D-4EB0-9453-D325AF5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861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A: zero items saved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5A88D-C1EF-4EEE-B7B4-B248349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767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B: zero items saved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B6CC-8044-4D72-8167-35592ED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runs failed while reading structured model output. This transcript has no validated long-meeting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51BAF-00FC-485A-AD9B-3D5671F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real meeting failure. The official transcript is not time aligned, so no DOE whole-excerpt WER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057733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54B1F-DC5A-409B-8179-A0CA484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a chair can accomplish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1CA6D-FD65-4FC8-991E-EA81B9E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038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Create and inspect a timed local transcript in English or Polish.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1A72-09B3-4D98-BD5D-C5663C5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Locate a weak-audio range and inspect anonymous speaker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8C230-9AF9-4F6C-8154-9FC355B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8147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Manually correct a label or assign a name after verifying the 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0993-6FBF-4FA4-87A9-A5A177B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The minutes output must be checked against source audio and cannot be published from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16729938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480B-5933-4BE3-AD68-AE1DE8F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AMI transcription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4FD5-9B48-480D-9926-3FA85A0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Whole-meeting word error rate, same headset audio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B5B9-AA6D-40CA-B76D-F1020CD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FluidAudio 19.48%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D2D9A-7C3E-4E20-87F6-59632AF0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28.79%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E78C4-B7B7-4D6B-84DC-693E214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Lower is better. Affected-speaker reference-linked errors: 27.78% versus 58.55%.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476375" y="2505075"/>
          <a:ext xmlns:a="http://schemas.openxmlformats.org/drawingml/2006/main" cx="914400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98173992da4856"/>
          </a:graphicData>
        </a:graphic>
      </p:graphicFrame>
    </p:spTree>
    <p:extLst>
      <p:ext uri="{BB962C8B-B14F-4D97-AF65-F5344CB8AC3E}">
        <p14:creationId xmlns:p14="http://schemas.microsoft.com/office/powerpoint/2010/main" val="18709433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06D5-4D3C-4724-9C4D-4F915F7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EE7F8-B5EE-42AE-BB18-173FB4B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95B7-B807-41DB-AC44-53F4C12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A8E6-E3E9-40AB-8B5E-5BA939F8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8513-3FE8-4016-AFF8-B560B3A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Read speech tests language feasibility. The Sejm PDF provides a separate qualitative meeting check.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476375" y="2438400"/>
          <a:ext xmlns:a="http://schemas.openxmlformats.org/drawingml/2006/main" cx="9144000" cy="2771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e1c2fd1e864c5f"/>
          </a:graphicData>
        </a:graphic>
      </p:graphicFrame>
    </p:spTree>
    <p:extLst>
      <p:ext uri="{BB962C8B-B14F-4D97-AF65-F5344CB8AC3E}">
        <p14:creationId xmlns:p14="http://schemas.microsoft.com/office/powerpoint/2010/main" val="1551660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65FEA-E7ED-412F-AEA9-0527C886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the evidence leaves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86D76-505F-4904-A177-C3F1438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144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Speaker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B5EC-2EFF-4867-A806-463CB5C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AMI yielded three clusters for four people; the weak participant was merged with another.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03C1-80C4-40B2-BA90-E33EE742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6FA7-190E-4A1C-BA5E-D5A2C36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Short natural meetings produced unsupported items; the 30-minute DOE input produced none.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5359-6B2B-4B8A-B790-9B34D30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Language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4D66-9BEC-433F-96C0-16B89E3D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72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models lost the English half of an exploratory in-recording language switch.</a:t>
            </a:r>
          </a:p>
        </p:txBody>
      </p:sp>
    </p:spTree>
    <p:extLst>
      <p:ext uri="{BB962C8B-B14F-4D97-AF65-F5344CB8AC3E}">
        <p14:creationId xmlns:p14="http://schemas.microsoft.com/office/powerpoint/2010/main" val="9359197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790E-1FB6-45DB-8403-56BA0B35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Product Owner handover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4018-4E59-42A2-A528-E6B95B95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PBI-011: runnable local prototype and saved meeting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9676C-C727-4990-8C59-AFA03F5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05075"/>
            <a:ext cx="1038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PBI-018: model comparisons, reference checks, and recorded failures.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3743-26C1-46A5-986D-B379D1C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3 analyzes the technical choices after this evidence is reviewed.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7FB46-A6CF-45DA-9F14-95BABD2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defects are prototype findings, not accepted minutes. Inspect the live records and decide the next validation work.</a:t>
            </a:r>
          </a:p>
        </p:txBody>
      </p:sp>
    </p:spTree>
    <p:extLst>
      <p:ext uri="{BB962C8B-B14F-4D97-AF65-F5344CB8AC3E}">
        <p14:creationId xmlns:p14="http://schemas.microsoft.com/office/powerpoint/2010/main" val="1179481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2026-10-04T10:32:54.2400000Z</dcterms:created>
  <dcterms:modified xsi:type="dcterms:W3CDTF">2026-10-04T10:32:54.2400000Z</dcterms:modified>
</coreProperties>
</file>